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6B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3840480" cy="3840480"/>
          </a:xfrm>
          <a:prstGeom prst="ellipse">
            <a:avLst/>
          </a:prstGeom>
          <a:solidFill>
            <a:srgbClr val="17594B"/>
          </a:solidFill>
          <a:ln w="12700">
            <a:solidFill>
              <a:srgbClr val="1759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297680"/>
            <a:ext cx="2377440" cy="237744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· FASE 3 — FIAP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9144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Predição e Inteligência Analítica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Alfabetização no Brasil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3,87 milhões de alunos · Modelo supervisionado · Priorização de territórios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Corrêa Carvalho Diniz</a:t>
            </a:r>
            <a:pPr indent="0" marL="0">
              <a:buNone/>
            </a:pPr>
            <a:r>
              <a:rPr lang="en-US" sz="1500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RM 371212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criança alfabetizada até o fim do 2º ano. A régua é o Saeb, 743 pontos; a meta, 80% até 2030.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o resultado só aparece depois da prova aplicada. Este trabalho pergunta: dá para saber antes?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743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no Saeb — o corte da alfabetização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374904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43800" y="391363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até 2030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543800" y="47091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nacional de crianças alfabetizadas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construído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modelo que estima a probabilidade de uma criança ser alfabetizada, a partir de variáveis educacionais, territoriais e socioeconômicas.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da Fase 2 foi ampliada com IDEB, PIB e população. Um comando roda tudo.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3,87 mi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avaliados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3836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5.548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0664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37307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 no modelo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601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738360" y="37307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973836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orquestradas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OBSTÁCULO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que entregava a resposta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proficiência define o alvo: acima de 743, alfabetizada. Usá-la como preditora daria acerto perfeito e um modelo inútil, porque antes da prova ela não existe.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aluno ausente entra como não alfabetizado. Presença também entregava a resposta.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concordância entre o corte e o alvo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374904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43800" y="391363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colunas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543800" y="47091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excluídas por vazamento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DESCOBERTA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quarto da classe negativa nunca fez a prova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1,88 milhão de alunos não alfabetizados, 513 mil nunca fizeram a prova.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Incluir os ausentes prevê quem será contabilizado. Restringir aos testados prevê quem de fato não atinge o corte. A modelagem usa a população testada.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513 mil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sem prova aplicada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3749040"/>
            <a:ext cx="4206240" cy="1737360"/>
          </a:xfrm>
          <a:prstGeom prst="roundRect">
            <a:avLst>
              <a:gd name="adj" fmla="val 4211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43800" y="391363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27,3%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543800" y="47091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classe negativa é ausência, não desempenho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indicador soma dois problemas diferentes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aprendizagem de participação reordena as regiões. O Sul lidera entre quem faz a prova e cai para terceiro no indicador oficial, por ter a maior ausência do país.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dois problemas, com políticas distintas.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737360"/>
          <a:ext cx="4206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 oficial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testados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5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52,5%  (3º)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64,5%  (1º)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Centro-Oeste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54,7%  (1º)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62,0%  (2º)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Sudeste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53,6%  (2º)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61,3%  (3º)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Nordeste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50,6%  (4º)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55,8%  (4º)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41,8%  (5º)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50,9%  (5º)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Sul avança doze pontos quando a ausência é separada do desempenho.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e seus limites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sobre pipeline com pré-processamento integrado. Validação agrupada por município: o modelo é testado em territórios que nunca viu.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limiares foram escritos antes de treinar. Um reprovou e se mostrou inatingível.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0,66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no teste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3836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0,013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 treino-teste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06640" y="356616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373075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45262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teto alcançável com informação municipal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ACHADO CENTRAL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 no aluno, acerta no município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aluno o modelo é modesto. Agregado por município, a correlação com a taxa real é 0,83.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erros individuais se cancelam na média. O modelo não sabe qual criança não será alfabetizada; sabe quantas não serão.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uso certo é ordenar territórios.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0,66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aluno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3836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0,83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município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06640" y="356616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373075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 p.p.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45262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médio na taxa do município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INTERPRETABILIDADE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mais pesa na predição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do próprio município domina, com peso duas vezes maior que a segunda variável. As cinco mais influentes são territoriais.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mede associação. Sem variáveis de professor, turma ou família, o território representa tudo isso junto.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1783080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E8EFEC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histórica do município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0515600" y="190195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0,037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2441448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43800" y="256032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0515600" y="2560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0,016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06640" y="3099816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321868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municipal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0" y="321868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0,015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06640" y="3758184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43800" y="387705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IDEB do município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0" y="387705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0,006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406640" y="4416552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43800" y="453542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histórica da UF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0" y="4535424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0,005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no ROC-AUC ao embaralhar cada variável.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DE POLÍTICA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renda, vinte e sete pontos de diferença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perfis de município. Dois têm o mesmo PIB per capita, R$ 16,6 mil, e taxas de 47,3% e 74,0%.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1.351 municípios de baixa renda acima da média nacional. A renda não determina o resultado.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2011680" cy="1828800"/>
          </a:xfrm>
          <a:prstGeom prst="roundRect">
            <a:avLst>
              <a:gd name="adj" fmla="val 4000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47,3%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renda,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crítico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0" y="1737360"/>
            <a:ext cx="2011680" cy="1828800"/>
          </a:xfrm>
          <a:prstGeom prst="roundRect">
            <a:avLst>
              <a:gd name="adj" fmla="val 4000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3836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74,0%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renda,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desempenho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06640" y="384048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400507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R$ 16,6 mil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48006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PIB per capita nos dois grupos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isso apoia a decisão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lista de prioridade por território, publicada como tabela consultável.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1.028 municípios no quinto mais crítico, 690 no Nordeste. Com o limiar ajustado, a triagem encontra 74% das crianças em risco.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país avança 2,68 pontos por ano; a meta pede 2,76.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4380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1.028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prioritários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0" y="173736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38360" y="190195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26974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crianças em risco identificadas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06640" y="356616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12700">
            <a:solidFill>
              <a:srgbClr val="F2F6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3730752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−0,08 p.p./ano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45262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defasagem do país diante da meta de 2030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6B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206240"/>
            <a:ext cx="3108960" cy="3108960"/>
          </a:xfrm>
          <a:prstGeom prst="ellipse">
            <a:avLst/>
          </a:prstGeom>
          <a:solidFill>
            <a:srgbClr val="17594B"/>
          </a:solidFill>
          <a:ln w="12700">
            <a:solidFill>
              <a:srgbClr val="1759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-914400"/>
            <a:ext cx="2560320" cy="25603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UMA FRASE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não diz qual criança vai falhar.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onde a política precisa chegar primeiro.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663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github.com/tcarvalhodiniz/tech-challenge-fase3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Predição e Inteligência Analítica para Alfabetização no Brasil</dc:title>
  <dc:subject>PptxGenJS Presentation</dc:subject>
  <dc:creator>Thiago Corrêa Carvalho Diniz</dc:creator>
  <cp:lastModifiedBy>Thiago Corrêa Carvalho Diniz</cp:lastModifiedBy>
  <cp:revision>1</cp:revision>
  <dcterms:created xsi:type="dcterms:W3CDTF">2026-09-10T10:53:25Z</dcterms:created>
  <dcterms:modified xsi:type="dcterms:W3CDTF">2026-09-10T10:53:25Z</dcterms:modified>
</cp:coreProperties>
</file>