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377440" cy="23774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— FIAP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e Inteligência Analítica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Alfabetização no Brasil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milhões de alunos · Modelo supervisionado · Priorização de territórios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Corrêa Carvalho Diniz</a:t>
            </a:r>
            <a:pPr indent="0" marL="0">
              <a:buNone/>
            </a:pPr>
            <a:r>
              <a:rPr lang="en-US" sz="15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RM 371212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criança alfabetizada até o fim do 2º ano. A régua é o Saeb, 743 pontos; a meta, 80% até 2030.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resultado só aparece depois da prova aplicada. Quando o número chega, o ano letivo acabou.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saber antes?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no Saeb, o corte da alfabetização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até 2030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nacional de crianças alfabetizadas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construído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que estima a probabilidade de uma criança ser alfabetizada.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 da Fase 2 servia a relatório, no grão de município. Construímos uma nova camada Gold no grão de aluno.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comando roda as nove etapas, da extração à publicação, e para sozinho se a qualidade cair.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avaliados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5.548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modelo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73836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Gold novas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OBSTÁCULO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que entregava a resposta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proficiência define o alvo: acima de 743, alfabetizada. Um modelo com ela acertaria 100% e não serviria para nada, porque antes da prova esse número não existe.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investigar, descobrimos que todo aluno ausente entra como não alfabetizado.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Saem do treino: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proficiencia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presenca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preenchimento_caderno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peso_aluno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1_vazamento_profici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920240"/>
            <a:ext cx="64008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321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classes se separam exatamente no corte, sem uma única exceção.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quarto da classe negativa nunca fez a prova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1,88 milhão de alunos contados como não alfabetizados, 513 mil nunca fizeram a prova. São 27% do problema.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Separando aprendizagem de participação, o ranking das regiões muda.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Sul lidera entre quem faz a prova e cai para terceiro no indicador oficial: tem a maior ausência do país.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02_alvo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20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4406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Cinza: indicador oficial. Azul: somente quem fez a prova.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que se mostrou impossível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treinar, definimos a nota mínima: superar o chute em 5 pontos de acurácia.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entregou 3,8 e reprovou. A pipeline parou.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Fomos medir o teto. Nem a taxa real do município alcançaria os 5 pontos: o critério era impossível.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confirma que mais dados não ajudariam.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1_curva_aprendiz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28800"/>
            <a:ext cx="5029200" cy="36393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559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por volume de treino: de 224 mil a 1,49 milhão de alunos.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CENTRAL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 no aluno, acerta no município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grão da criança o modelo é modesto: ROC-AUC de 0,66.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Agregando as predições por município, a correlação com o resultado real é de 0,83.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erros individuais são grandes, mas não sistemáticos, e se cancelam na média.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sabe qual criança não será alfabetizada. Sabe quantas não serão.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0_agregacao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691640"/>
            <a:ext cx="4663440" cy="3986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5742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é um município: previsto no eixo X, real no eixo 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na predição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do próprio município domina, com o dobro do peso da segunda variável.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mais influentes são territoriais. O que descreve o aluno quase não pesa.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ressalva: o modelo mede associação, e associação não é causa. Sem dados de professor, turma ou família, o território acaba representando tudo isso junto.</a:t>
            </a:r>
            <a:endParaRPr lang="en-US" sz="1500" dirty="0"/>
          </a:p>
        </p:txBody>
      </p:sp>
      <p:pic>
        <p:nvPicPr>
          <p:cNvPr id="5" name="Image 0" descr="/Users/thiago/Documents/ARQUIVOS PÓS/FASE 3/tech-challenge-fase3/images/12_importancia_permu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828800"/>
            <a:ext cx="6400800" cy="3593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55138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no ROC-AUC ao embaralhar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DE POLÍTICA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renda, vinte e sete pontos de diferença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agrupamento separou os municípios em quatro perfis. Dois deles têm exatamente o mesmo PIB per capita.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1.351 municípios de baixa renda alfabetizando acima da média nacional.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renda não determina o resultado. Em vez de explicar o fracasso pela pobreza, vale investigar o que esses municípios fazem que os outros não fazem.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crítico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desempenho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84048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00507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R$ 16,6 mil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PIB per capita nos dois grupos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cinco perguntas, respondidas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824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mais impactam a alfabetização?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6824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do município, com o dobro do peso da segunda variável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968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variáveis influenciam mais o modelo?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5968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histórica, UF e meta municipal; as cinco primeiras são territoriais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112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apresentam maior risco?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5112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1.028 no quinto mais crítico, 690 deles no Nordeste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4256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têm padrões semelhantes?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44256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perfis; dois com a mesma renda e 27 pontos de diferença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DF3F0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534009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prever quem não atinge a meta de 2030?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5340096"/>
            <a:ext cx="5852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país avança 2,68 p.p./ano e a meta pede 2,76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3108960" cy="310896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914400"/>
            <a:ext cx="2560320" cy="2560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diz qual criança vai falhar.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onde a política precisa chegar primeiro.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github.com/tcarvalhodiniz/tech-challenge-fase3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Predição e Inteligência Analítica para Alfabetização no Brasil</dc:title>
  <dc:subject>PptxGenJS Presentation</dc:subject>
  <dc:creator>Thiago Corrêa Carvalho Diniz</dc:creator>
  <cp:lastModifiedBy>Thiago Corrêa Carvalho Diniz</cp:lastModifiedBy>
  <cp:revision>1</cp:revision>
  <dcterms:created xsi:type="dcterms:W3CDTF">2026-09-17T10:37:39Z</dcterms:created>
  <dcterms:modified xsi:type="dcterms:W3CDTF">2026-09-17T10:37:39Z</dcterms:modified>
</cp:coreProperties>
</file>