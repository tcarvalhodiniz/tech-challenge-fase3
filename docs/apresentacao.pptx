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Apresentar o projeto em uma frase 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segundos. O problema é conhecido; o que falta é antecipação.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Vinte e cinco segundos. Escopo e escala, sem detalhe técnico ainda.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segundos. É o ponto técnico mais forte: sem essa exclusão o projeto inteiro seria falso.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e cinco segundos. Achado que não estava no enunciado e mudou o recorte.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segundos. Aqui está a inteligência aplicada que o desafio pede.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e cinco segundos. Honestidade sobre o limite, e por que ele é do dado e não do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segundos. É o slide que transforma uma limitação em produto.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segundos. Responde a pergunta de negócio sobre fatores, com a ressalva de causalidade.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É o achado mais forte para um gestor público.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segundos. Fechar com o que o gestor leva para a mesa.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Quinze segundos. Fecho.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6B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3840480" cy="3840480"/>
          </a:xfrm>
          <a:prstGeom prst="ellipse">
            <a:avLst/>
          </a:prstGeom>
          <a:solidFill>
            <a:srgbClr val="17594B"/>
          </a:solidFill>
          <a:ln w="12700">
            <a:solidFill>
              <a:srgbClr val="1759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297680"/>
            <a:ext cx="2377440" cy="237744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· FASE 3 — FIAP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9144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Predição e Inteligência Analítica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 Alfabetização no Brasil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3,87 milhões de alunos · Modelo supervisionado · Priorização de territórios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Corrêa Carvalho Diniz</a:t>
            </a:r>
            <a:pPr indent="0" marL="0">
              <a:buNone/>
            </a:pPr>
            <a:r>
              <a:rPr lang="en-US" sz="1500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RM 371212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Compromisso Nacional Criança Alfabetizada estabelece que toda criança esteja alfabetizada ao final do 2º ano do ensino fundamental.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Pesquisa Alfabetiza Brasil fixou o corte de 743 pontos na escala Saeb, e a meta é chegar a 80% até 2030.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onde o indicador está hoje não basta. O gestor precisa antecipar onde a alfabetização tende a falhar, antes que o resultado apareça.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743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no Saeb — o corte da alfabetização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06640" y="374904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43800" y="391363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até 2030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543800" y="47091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nacional de crianças alfabetizadas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PROJETO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construído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modelo supervisionado que estima a probabilidade de uma criança ser alfabetizada, a partir de variáveis educacionais, territoriais e socioeconômicas.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parte da camada Gold da Fase 2 e é ampliada com os microdados do Alfabetiza Brasil e com indicadores públicos de IDEB, PIB e população.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pipeline roda de ponta a ponta com um comando, e para sozinha se a qualidade ou o desempenho ficarem abaixo do declarado.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3,87 mi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avaliados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3836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5.548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0664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37307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no modelo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601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738360" y="37307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973836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orquestradas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 OBSTÁCULO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que entregava a resposta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alvo é definido pelo corte de 743 pontos de proficiência. Usar a proficiência como preditora daria acerto perfeito e um modelo inútil: no momento em que a predição teria valor, antes da avaliação, esse número ainda não existe.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cruzamento revelou mais: todo aluno ausente entra na base como não alfabetizado, o que torna presença e preenchimento de caderno igualmente determinantes.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colunas ficam fora do treino, por regra declarada em configuração.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concordância entre o corte e o alvo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06640" y="374904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43800" y="391363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colunas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543800" y="47091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excluídas por vazamento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DESCOBERTA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quarto da classe negativa nunca fez a prova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1,88 milhão de alunos classificados como não alfabetizados, 513 mil não têm nenhuma medição de aprendizagem. Foram contados como não alfabetizados por ausência.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muda a pergunta. Incluindo os ausentes, o modelo prevê quem será contabilizado; restringindo aos testados, prevê quem de fato não atingirá o corte.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modelagem trabalha com a população testada.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513 mil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sem prova aplicada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06640" y="374904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43800" y="391363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27,3%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543800" y="47091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classe negativa é ausência, não desempenho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indicador soma dois problemas diferentes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aprendizagem de participação reordena as regiões. O Sul tem o melhor desempenho entre quem faz a prova e cai para terceiro no indicador oficial, porque tem a maior ausência do país. O Nordeste apresenta o quadro inverso.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Levar a criança à avaliação e garantir que ela aprenda são problemas distintos, com políticas distintas. Um indicador único não diz qual dos dois está falhando.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737360"/>
          <a:ext cx="4206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 oficial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 testados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5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52,5%  (3º)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64,5%  (1º)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Centro-Oeste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54,7%  (1º)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62,0%  (2º)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Sudeste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53,6%  (2º)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61,3%  (3º)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Nordeste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50,6%  (4º)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55,8%  (4º)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41,8%  (5º)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50,9%  (5º)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Sul avança doze pontos quando a ausência é separada do desempenho.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e seus limites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sobre pipeline com imputação, codificação e escala integradas ao estimador. A separação e a validação cruzada são agrupadas por município, para que o modelo seja testado em territórios que nunca viu.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limiares de aceitação foram escritos no primeiro commit, antes de qualquer resultado. Na primeira execução um deles reprovou, e a investigação mostrou que ele era inatingível: nem um oráculo com a taxa real do município passaria.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0,66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no teste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3836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0,013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 treino-teste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06640" y="356616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373075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45262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teto alcançável com informação municipal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ACHADO CENTRAL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 no aluno, acerta no município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grão do aluno o modelo é modesto. Agregando as predições por município e comparando com a taxa real, a correlação é de 0,83.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contradição: os erros individuais são grandes, mas não sistemáticos, e se cancelam na média. O modelo não sabe qual criança não será alfabetizada, mas sabe bem quantas não serão.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define o uso correto — ordenar territórios, não decidir sobre uma criança.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0,66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aluno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3836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0,83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município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06640" y="356616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373075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 p.p.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45262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médio na taxa do município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INTERPRETABILIDADE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mais pesa na predição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do próprio município domina, com peso duas vezes maior que a segunda variável. As cinco mais influentes são todas territoriais, e o que descreve o aluno quase não pesa.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ressalva importa: o modelo mede associação dentro do que enxerga. Ele não tem variáveis de professor, turma ou família, então o território acaba representando tudo o que está correlacionado com ele. Subir o IDEB não causa alfabetização; ambos vêm da mesma qualidade de ensino.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06640" y="1783080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E8EFEC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histórica do município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0515600" y="190195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0,037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06640" y="2441448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43800" y="256032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0515600" y="2560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0,016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06640" y="3099816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321868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municipal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0" y="321868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0,015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406640" y="3758184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43800" y="387705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IDEB do município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0" y="387705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0,006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406640" y="4416552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43800" y="453542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histórica da UF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0" y="4535424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0,005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no ROC-AUC ao embaralhar cada variável.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DE POLÍTICA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renda, vinte e sete pontos de diferença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agrupamento separou os municípios em quatro perfis. Dois deles têm exatamente o mesmo PIB per capita, de 16,6 mil reais, e taxas de alfabetização de 47,3% e 74,0%.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1.351 municípios de baixa renda alfabetizando acima da média nacional. A renda não determina o resultado.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desloca a pergunta: em vez de tratar pobreza como explicação, vale investigar o que esses municípios fazem que os outros não fazem.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2011680" cy="1828800"/>
          </a:xfrm>
          <a:prstGeom prst="roundRect">
            <a:avLst>
              <a:gd name="adj" fmla="val 4000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47,3%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renda,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 crítico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0" y="1737360"/>
            <a:ext cx="2011680" cy="1828800"/>
          </a:xfrm>
          <a:prstGeom prst="roundRect">
            <a:avLst>
              <a:gd name="adj" fmla="val 4000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3836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74,0%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renda,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desempenho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06640" y="384048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400507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R$ 16,6 mil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48006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PIB per capita nos dois grupos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isso apoia a decisão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entrega uma lista de prioridade por território, publicada como tabela consumível no BigQuery.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quinto mais crítico reúne 1.028 municípios, dos quais 690 no Nordeste e 211 no Norte. Ajustando o limiar de decisão, a triagem passa a encontrar 74% das crianças em risco, contra 34% no limiar padrão.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agregado nacional o país avança 2,68 pontos por ano, contra os 2,76 necessários para a meta de 2030.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1.028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prioritários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3836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crianças em risco identificadas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06640" y="356616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373075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−0,08 p.p./ano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45262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defasagem do país diante da meta de 2030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6B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206240"/>
            <a:ext cx="3108960" cy="3108960"/>
          </a:xfrm>
          <a:prstGeom prst="ellipse">
            <a:avLst/>
          </a:prstGeom>
          <a:solidFill>
            <a:srgbClr val="17594B"/>
          </a:solidFill>
          <a:ln w="12700">
            <a:solidFill>
              <a:srgbClr val="1759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914400"/>
            <a:ext cx="2560320" cy="256032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UMA FRASE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6032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não diz qual criança vai falhar.</a:t>
            </a:r>
            <a:endParaRPr lang="en-US" sz="3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onde a política precisa chegar primeiro.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663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github.com/tcarvalhodiniz/tech-challenge-fase3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Predição e Inteligência Analítica para Alfabetização no Brasil</dc:title>
  <dc:subject>PptxGenJS Presentation</dc:subject>
  <dc:creator>Thiago Corrêa Carvalho Diniz</dc:creator>
  <cp:lastModifiedBy>Thiago Corrêa Carvalho Diniz</cp:lastModifiedBy>
  <cp:revision>1</cp:revision>
  <dcterms:created xsi:type="dcterms:W3CDTF">2026-09-09T15:35:49Z</dcterms:created>
  <dcterms:modified xsi:type="dcterms:W3CDTF">2026-09-09T15:35:49Z</dcterms:modified>
</cp:coreProperties>
</file>